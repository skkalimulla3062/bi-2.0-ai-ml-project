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CFFFF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Intelligence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Submitted in partial fulfillment of the requirements for </a:t>
            </a:r>
            <a:r>
              <a:rPr lang="en-US" dirty="0" smtClean="0"/>
              <a:t>           the </a:t>
            </a:r>
            <a:r>
              <a:rPr lang="en-US" dirty="0" smtClean="0"/>
              <a:t>award of the degree of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Master </a:t>
            </a:r>
            <a:r>
              <a:rPr lang="en-US" dirty="0" smtClean="0"/>
              <a:t>of Computer Application (MCA)</a:t>
            </a:r>
          </a:p>
          <a:p>
            <a:pPr>
              <a:buNone/>
            </a:pPr>
            <a:r>
              <a:rPr lang="en-US" dirty="0" smtClean="0"/>
              <a:t>                                     By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Student Name: SK KALIMULLA</a:t>
            </a:r>
          </a:p>
          <a:p>
            <a:pPr>
              <a:buNone/>
            </a:pPr>
            <a:r>
              <a:rPr lang="en-US" dirty="0" smtClean="0"/>
              <a:t>    Enrollment </a:t>
            </a:r>
            <a:r>
              <a:rPr lang="en-US" dirty="0" smtClean="0"/>
              <a:t>No:O24MCA111279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   Under </a:t>
            </a:r>
            <a:r>
              <a:rPr lang="en-US" dirty="0" smtClean="0"/>
              <a:t>the guidance of</a:t>
            </a:r>
          </a:p>
          <a:p>
            <a:pPr>
              <a:buNone/>
            </a:pPr>
            <a:r>
              <a:rPr lang="en-US" dirty="0" smtClean="0"/>
              <a:t>Guide/Mentor Name: </a:t>
            </a:r>
            <a:r>
              <a:rPr lang="en-US" b="1" dirty="0" err="1" smtClean="0"/>
              <a:t>Kashish</a:t>
            </a:r>
            <a:r>
              <a:rPr lang="en-US" b="1" dirty="0" smtClean="0"/>
              <a:t> Gupta</a:t>
            </a:r>
            <a:endParaRPr lang="en-US" dirty="0" smtClean="0"/>
          </a:p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Artificial </a:t>
            </a:r>
            <a:r>
              <a:rPr lang="en-US" dirty="0" smtClean="0"/>
              <a:t>Intelligence (AI), Machine Learning (ML), and BI 2.0 technologies are transforming the education sector. These technologies enable personalized learning, automation, and data-driven decision-making. Educational institutions are increasingly adopting these tools to improve teaching methods, student performance, and administrative efficiency.</a:t>
            </a:r>
          </a:p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q"/>
            </a:pPr>
            <a:r>
              <a:rPr lang="en-IN" dirty="0" smtClean="0"/>
              <a:t>To explore AI &amp; ML applications in education </a:t>
            </a:r>
            <a:endParaRPr lang="en-US" dirty="0" smtClean="0"/>
          </a:p>
          <a:p>
            <a:pPr lvl="0">
              <a:buFont typeface="Wingdings" pitchFamily="2" charset="2"/>
              <a:buChar char="q"/>
            </a:pPr>
            <a:r>
              <a:rPr lang="en-IN" dirty="0" smtClean="0"/>
              <a:t>To analyze real-time decision-making using BI 2.0 </a:t>
            </a:r>
            <a:endParaRPr lang="en-US" dirty="0" smtClean="0"/>
          </a:p>
          <a:p>
            <a:pPr lvl="0">
              <a:buFont typeface="Wingdings" pitchFamily="2" charset="2"/>
              <a:buChar char="q"/>
            </a:pPr>
            <a:r>
              <a:rPr lang="en-IN" dirty="0" smtClean="0"/>
              <a:t>To identify benefits and challenges </a:t>
            </a:r>
            <a:endParaRPr lang="en-US" dirty="0" smtClean="0"/>
          </a:p>
          <a:p>
            <a:pPr lvl="0">
              <a:buFont typeface="Wingdings" pitchFamily="2" charset="2"/>
              <a:buChar char="q"/>
            </a:pPr>
            <a:r>
              <a:rPr lang="en-IN" dirty="0" smtClean="0"/>
              <a:t>To provide recommendations for implementation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Existing System</a:t>
            </a:r>
          </a:p>
          <a:p>
            <a:r>
              <a:rPr lang="en-US" dirty="0" smtClean="0"/>
              <a:t>Traditional Business Intelligence (BI) systems are used </a:t>
            </a:r>
          </a:p>
          <a:p>
            <a:r>
              <a:rPr lang="en-US" dirty="0" smtClean="0"/>
              <a:t>Focus on </a:t>
            </a:r>
            <a:r>
              <a:rPr lang="en-US" b="1" dirty="0" smtClean="0"/>
              <a:t>historical data analysis</a:t>
            </a:r>
            <a:r>
              <a:rPr lang="en-US" dirty="0" smtClean="0"/>
              <a:t> </a:t>
            </a:r>
          </a:p>
          <a:p>
            <a:r>
              <a:rPr lang="en-US" dirty="0" smtClean="0"/>
              <a:t>Use </a:t>
            </a:r>
            <a:r>
              <a:rPr lang="en-US" b="1" dirty="0" smtClean="0"/>
              <a:t>batch processing</a:t>
            </a:r>
            <a:r>
              <a:rPr lang="en-US" dirty="0" smtClean="0"/>
              <a:t>, not real-time processing </a:t>
            </a:r>
          </a:p>
          <a:p>
            <a:r>
              <a:rPr lang="en-US" dirty="0" smtClean="0"/>
              <a:t>Generate </a:t>
            </a:r>
            <a:r>
              <a:rPr lang="en-US" b="1" dirty="0" smtClean="0"/>
              <a:t>static reports and dashboards</a:t>
            </a:r>
            <a:r>
              <a:rPr lang="en-US" dirty="0" smtClean="0"/>
              <a:t> </a:t>
            </a:r>
          </a:p>
          <a:p>
            <a:r>
              <a:rPr lang="en-US" dirty="0" smtClean="0"/>
              <a:t>Limited ability for </a:t>
            </a:r>
            <a:r>
              <a:rPr lang="en-US" b="1" dirty="0" smtClean="0"/>
              <a:t>predictive analysis</a:t>
            </a:r>
            <a:r>
              <a:rPr lang="en-US" dirty="0" smtClean="0"/>
              <a:t> </a:t>
            </a:r>
          </a:p>
          <a:p>
            <a:r>
              <a:rPr lang="en-US" dirty="0" smtClean="0"/>
              <a:t>Cannot handle </a:t>
            </a:r>
            <a:r>
              <a:rPr lang="en-US" b="1" dirty="0" smtClean="0"/>
              <a:t>unstructured or large-scale data efficiently</a:t>
            </a:r>
            <a:r>
              <a:rPr lang="en-US" dirty="0" smtClean="0"/>
              <a:t> </a:t>
            </a:r>
          </a:p>
          <a:p>
            <a:r>
              <a:rPr lang="en-US" dirty="0" smtClean="0"/>
              <a:t>High dependency on </a:t>
            </a:r>
            <a:r>
              <a:rPr lang="en-US" b="1" dirty="0" smtClean="0"/>
              <a:t>manual data processing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Decision-making is </a:t>
            </a:r>
            <a:r>
              <a:rPr lang="en-US" b="1" dirty="0" smtClean="0"/>
              <a:t>slow and reactive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Integration of </a:t>
            </a:r>
            <a:r>
              <a:rPr lang="en-US" b="1" dirty="0" smtClean="0"/>
              <a:t>Artificial Intelligence (AI)</a:t>
            </a:r>
            <a:r>
              <a:rPr lang="en-US" dirty="0" smtClean="0"/>
              <a:t> and </a:t>
            </a:r>
            <a:r>
              <a:rPr lang="en-US" b="1" dirty="0" smtClean="0"/>
              <a:t>Machine Learning (ML)</a:t>
            </a:r>
            <a:r>
              <a:rPr lang="en-US" dirty="0" smtClean="0"/>
              <a:t> </a:t>
            </a:r>
          </a:p>
          <a:p>
            <a:r>
              <a:rPr lang="en-US" dirty="0" smtClean="0"/>
              <a:t>Enables </a:t>
            </a:r>
            <a:r>
              <a:rPr lang="en-US" b="1" dirty="0" smtClean="0"/>
              <a:t>real-time data processing and analysis</a:t>
            </a:r>
            <a:r>
              <a:rPr lang="en-US" dirty="0" smtClean="0"/>
              <a:t> </a:t>
            </a:r>
          </a:p>
          <a:p>
            <a:r>
              <a:rPr lang="en-US" dirty="0" smtClean="0"/>
              <a:t>Uses </a:t>
            </a:r>
            <a:r>
              <a:rPr lang="en-US" b="1" dirty="0" smtClean="0"/>
              <a:t>predictive analytics</a:t>
            </a:r>
            <a:r>
              <a:rPr lang="en-US" dirty="0" smtClean="0"/>
              <a:t> for future decision-making </a:t>
            </a:r>
          </a:p>
          <a:p>
            <a:r>
              <a:rPr lang="en-US" dirty="0" smtClean="0"/>
              <a:t>Automates </a:t>
            </a:r>
            <a:r>
              <a:rPr lang="en-US" b="1" dirty="0" smtClean="0"/>
              <a:t>data collection, cleaning, and analysis</a:t>
            </a:r>
            <a:r>
              <a:rPr lang="en-US" dirty="0" smtClean="0"/>
              <a:t> </a:t>
            </a:r>
          </a:p>
          <a:p>
            <a:r>
              <a:rPr lang="en-US" dirty="0" smtClean="0"/>
              <a:t>Supports both </a:t>
            </a:r>
            <a:r>
              <a:rPr lang="en-US" b="1" dirty="0" smtClean="0"/>
              <a:t>structured and unstructured data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Provides </a:t>
            </a:r>
            <a:r>
              <a:rPr lang="en-US" b="1" dirty="0" smtClean="0"/>
              <a:t>interactive dashboards and visualization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Improves </a:t>
            </a:r>
            <a:r>
              <a:rPr lang="en-US" b="1" dirty="0" smtClean="0"/>
              <a:t>accuracy, efficiency, and speed</a:t>
            </a:r>
            <a:r>
              <a:rPr lang="en-US" dirty="0" smtClean="0"/>
              <a:t> of decisions </a:t>
            </a:r>
          </a:p>
          <a:p>
            <a:r>
              <a:rPr lang="en-US" dirty="0" smtClean="0"/>
              <a:t>Scalable and adaptable for modern business environments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Data Sources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(Databases, CSV files, APIs, </a:t>
            </a:r>
            <a:r>
              <a:rPr lang="en-US" dirty="0" err="1" smtClean="0"/>
              <a:t>IoT</a:t>
            </a:r>
            <a:r>
              <a:rPr lang="en-US" dirty="0" smtClean="0"/>
              <a:t>, etc.) </a:t>
            </a:r>
          </a:p>
          <a:p>
            <a:r>
              <a:rPr lang="en-US" b="1" dirty="0" smtClean="0"/>
              <a:t>Data Collection Layer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Collects raw data from multiple sources </a:t>
            </a:r>
          </a:p>
          <a:p>
            <a:r>
              <a:rPr lang="en-US" b="1" dirty="0" smtClean="0"/>
              <a:t>Data Processing Layer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 cleaning, transformation, and preprocessing </a:t>
            </a:r>
          </a:p>
          <a:p>
            <a:r>
              <a:rPr lang="en-US" b="1" dirty="0" smtClean="0"/>
              <a:t>Machine Learning Layer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Model training, prediction, and pattern analysis </a:t>
            </a:r>
          </a:p>
          <a:p>
            <a:r>
              <a:rPr lang="en-US" b="1" dirty="0" smtClean="0"/>
              <a:t>Analytics &amp; Decision Layer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Generates insights and supports decision-making </a:t>
            </a:r>
          </a:p>
          <a:p>
            <a:r>
              <a:rPr lang="en-US" b="1" dirty="0" smtClean="0"/>
              <a:t>Visualization Layer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Dashboards, charts, and reports for users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Programming Language:</a:t>
            </a:r>
            <a:r>
              <a:rPr lang="en-US" dirty="0" smtClean="0"/>
              <a:t> Python </a:t>
            </a:r>
            <a:r>
              <a:rPr lang="en-US" b="1" dirty="0" smtClean="0"/>
              <a:t>Libraries:</a:t>
            </a:r>
            <a:r>
              <a:rPr lang="en-US" dirty="0" smtClean="0"/>
              <a:t> Pandas (Data Processing) 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(Numerical Operations) </a:t>
            </a:r>
          </a:p>
          <a:p>
            <a:r>
              <a:rPr lang="en-US" dirty="0" err="1" smtClean="0"/>
              <a:t>Scikit</a:t>
            </a:r>
            <a:r>
              <a:rPr lang="en-US" dirty="0" smtClean="0"/>
              <a:t>-learn (Machine Learning) </a:t>
            </a:r>
          </a:p>
          <a:p>
            <a:r>
              <a:rPr lang="en-US" dirty="0" err="1" smtClean="0"/>
              <a:t>Matplotlib</a:t>
            </a:r>
            <a:r>
              <a:rPr lang="en-US" dirty="0" smtClean="0"/>
              <a:t> (Data Visualization) </a:t>
            </a:r>
          </a:p>
          <a:p>
            <a:r>
              <a:rPr lang="en-US" b="1" dirty="0" smtClean="0"/>
              <a:t>Development Tools:</a:t>
            </a:r>
            <a:r>
              <a:rPr lang="en-US" dirty="0" smtClean="0"/>
              <a:t> </a:t>
            </a:r>
            <a:r>
              <a:rPr lang="en-US" dirty="0" err="1" smtClean="0"/>
              <a:t>Jupyter</a:t>
            </a:r>
            <a:r>
              <a:rPr lang="en-US" dirty="0" smtClean="0"/>
              <a:t> Notebook / VS Code </a:t>
            </a:r>
          </a:p>
          <a:p>
            <a:r>
              <a:rPr lang="en-US" b="1" dirty="0" smtClean="0"/>
              <a:t>Data Source:</a:t>
            </a:r>
            <a:r>
              <a:rPr lang="en-US" dirty="0" smtClean="0"/>
              <a:t> CSV Dataset (Sales Data) </a:t>
            </a:r>
          </a:p>
          <a:p>
            <a:r>
              <a:rPr lang="en-US" b="1" dirty="0" smtClean="0"/>
              <a:t>Concepts Used:</a:t>
            </a:r>
            <a:r>
              <a:rPr lang="en-US" dirty="0" smtClean="0"/>
              <a:t> Machine Learning (Linear Regression) </a:t>
            </a:r>
          </a:p>
          <a:p>
            <a:r>
              <a:rPr lang="en-US" dirty="0" smtClean="0"/>
              <a:t>Data Analytics </a:t>
            </a:r>
          </a:p>
          <a:p>
            <a:r>
              <a:rPr lang="en-US" dirty="0" smtClean="0"/>
              <a:t>Data Visualization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Data Collection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 is collected from CSV dataset </a:t>
            </a:r>
            <a:r>
              <a:rPr lang="en-US" b="1" dirty="0" smtClean="0"/>
              <a:t>Data Preprocessing</a:t>
            </a:r>
            <a:r>
              <a:rPr lang="en-US" dirty="0" smtClean="0"/>
              <a:t> Handling missing values </a:t>
            </a:r>
          </a:p>
          <a:p>
            <a:r>
              <a:rPr lang="en-US" dirty="0" smtClean="0"/>
              <a:t>Removing duplicates </a:t>
            </a:r>
          </a:p>
          <a:p>
            <a:r>
              <a:rPr lang="en-US" dirty="0" smtClean="0"/>
              <a:t>Data cleaning </a:t>
            </a:r>
          </a:p>
          <a:p>
            <a:r>
              <a:rPr lang="en-US" b="1" dirty="0" smtClean="0"/>
              <a:t>Feature Selection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Selecting important variables (e.g., Month, Sales) </a:t>
            </a:r>
            <a:r>
              <a:rPr lang="en-US" b="1" dirty="0" smtClean="0"/>
              <a:t>Model Training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Applying </a:t>
            </a:r>
            <a:r>
              <a:rPr lang="en-US" b="1" dirty="0" smtClean="0"/>
              <a:t>Machine Learning (Linear Regression)</a:t>
            </a:r>
            <a:r>
              <a:rPr lang="en-US" dirty="0" smtClean="0"/>
              <a:t> </a:t>
            </a:r>
            <a:r>
              <a:rPr lang="en-US" b="1" dirty="0" smtClean="0"/>
              <a:t>Prediction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Generating future values based on trained model </a:t>
            </a:r>
            <a:r>
              <a:rPr lang="en-US" b="1" dirty="0" smtClean="0"/>
              <a:t>Visualization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Displaying results using graphs and charts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Type:</a:t>
            </a:r>
            <a:r>
              <a:rPr lang="en-US" dirty="0" smtClean="0"/>
              <a:t> Structured Dataset </a:t>
            </a:r>
          </a:p>
          <a:p>
            <a:r>
              <a:rPr lang="en-US" b="1" dirty="0" smtClean="0"/>
              <a:t>Format:</a:t>
            </a:r>
            <a:r>
              <a:rPr lang="en-US" dirty="0" smtClean="0"/>
              <a:t> CSV (Comma Separated Values) </a:t>
            </a:r>
          </a:p>
          <a:p>
            <a:r>
              <a:rPr lang="en-US" b="1" dirty="0" smtClean="0"/>
              <a:t>Domain:</a:t>
            </a:r>
            <a:r>
              <a:rPr lang="en-US" dirty="0" smtClean="0"/>
              <a:t> Sales Data Analysis </a:t>
            </a:r>
          </a:p>
          <a:p>
            <a:r>
              <a:rPr lang="en-US" b="1" dirty="0" smtClean="0"/>
              <a:t>Features Used: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Month (Independent Variable) </a:t>
            </a:r>
          </a:p>
          <a:p>
            <a:pPr lvl="1"/>
            <a:r>
              <a:rPr lang="en-US" dirty="0" smtClean="0"/>
              <a:t>Sales (Dependent Variable) </a:t>
            </a:r>
          </a:p>
          <a:p>
            <a:r>
              <a:rPr lang="en-US" b="1" dirty="0" smtClean="0"/>
              <a:t>Data Characteristics: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Time-based data </a:t>
            </a:r>
          </a:p>
          <a:p>
            <a:pPr lvl="1"/>
            <a:r>
              <a:rPr lang="en-US" dirty="0" smtClean="0"/>
              <a:t>Numeric values </a:t>
            </a:r>
          </a:p>
          <a:p>
            <a:pPr lvl="1"/>
            <a:r>
              <a:rPr lang="en-US" dirty="0" smtClean="0"/>
              <a:t>Cleaned and preprocessed </a:t>
            </a:r>
          </a:p>
          <a:p>
            <a:r>
              <a:rPr lang="en-US" b="1" dirty="0" smtClean="0"/>
              <a:t>Purpose of Dataset: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To train the Machine Learning model </a:t>
            </a:r>
          </a:p>
          <a:p>
            <a:pPr lvl="1"/>
            <a:r>
              <a:rPr lang="en-US" dirty="0" smtClean="0"/>
              <a:t>To analyze trends and patterns </a:t>
            </a:r>
          </a:p>
          <a:p>
            <a:pPr lvl="1"/>
            <a:r>
              <a:rPr lang="en-US" dirty="0" smtClean="0"/>
              <a:t>To generate predictions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Algorithm:</a:t>
            </a:r>
            <a:r>
              <a:rPr lang="en-US" dirty="0" smtClean="0"/>
              <a:t> Linear Regression </a:t>
            </a:r>
            <a:r>
              <a:rPr lang="en-US" b="1" dirty="0" smtClean="0"/>
              <a:t>Type:</a:t>
            </a:r>
            <a:r>
              <a:rPr lang="en-US" dirty="0" smtClean="0"/>
              <a:t> Supervised Machine Learning </a:t>
            </a:r>
            <a:r>
              <a:rPr lang="en-US" b="1" dirty="0" smtClean="0"/>
              <a:t>Purpose:</a:t>
            </a:r>
            <a:r>
              <a:rPr lang="en-US" dirty="0" smtClean="0"/>
              <a:t> Predict future values based on past data </a:t>
            </a:r>
            <a:r>
              <a:rPr lang="en-US" b="1" dirty="0" smtClean="0"/>
              <a:t>Working Principle:</a:t>
            </a:r>
            <a:r>
              <a:rPr lang="en-US" dirty="0" smtClean="0"/>
              <a:t> Finds relationship between input (Month) and output (Sales) </a:t>
            </a:r>
          </a:p>
          <a:p>
            <a:r>
              <a:rPr lang="en-US" dirty="0" smtClean="0"/>
              <a:t>Fits a straight line to the data </a:t>
            </a:r>
          </a:p>
          <a:p>
            <a:r>
              <a:rPr lang="en-US" dirty="0" smtClean="0"/>
              <a:t>Uses equation:</a:t>
            </a:r>
            <a:br>
              <a:rPr lang="en-US" dirty="0" smtClean="0"/>
            </a:br>
            <a:r>
              <a:rPr lang="en-US" b="1" dirty="0" smtClean="0"/>
              <a:t>Y = </a:t>
            </a:r>
            <a:r>
              <a:rPr lang="en-US" b="1" dirty="0" err="1" smtClean="0"/>
              <a:t>mX</a:t>
            </a:r>
            <a:r>
              <a:rPr lang="en-US" b="1" dirty="0" smtClean="0"/>
              <a:t> + C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Key Features:</a:t>
            </a:r>
            <a:r>
              <a:rPr lang="en-US" dirty="0" smtClean="0"/>
              <a:t> Simple and easy to implement </a:t>
            </a:r>
          </a:p>
          <a:p>
            <a:r>
              <a:rPr lang="en-US" dirty="0" smtClean="0"/>
              <a:t>Fast and efficient </a:t>
            </a:r>
          </a:p>
          <a:p>
            <a:r>
              <a:rPr lang="en-US" dirty="0" smtClean="0"/>
              <a:t>Suitable for continuous data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Unit Testing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Testing individual modules (data loading, preprocessing, model) </a:t>
            </a:r>
          </a:p>
          <a:p>
            <a:r>
              <a:rPr lang="en-US" b="1" dirty="0" smtClean="0"/>
              <a:t>Integration Testing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Checking data flow between modules </a:t>
            </a:r>
          </a:p>
          <a:p>
            <a:r>
              <a:rPr lang="en-US" b="1" dirty="0" smtClean="0"/>
              <a:t>System Testing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Testing the complete system workflow </a:t>
            </a:r>
          </a:p>
          <a:p>
            <a:r>
              <a:rPr lang="en-US" b="1" dirty="0" smtClean="0"/>
              <a:t>Accuracy Testing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Comparing predicted values with actual data </a:t>
            </a:r>
          </a:p>
          <a:p>
            <a:r>
              <a:rPr lang="en-US" b="1" dirty="0" smtClean="0"/>
              <a:t>Performance Testing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Measuring system speed and efficiency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Successful </a:t>
            </a:r>
            <a:r>
              <a:rPr lang="en-US" b="1" dirty="0" smtClean="0"/>
              <a:t>data processing and analysis</a:t>
            </a:r>
            <a:r>
              <a:rPr lang="en-US" dirty="0" smtClean="0"/>
              <a:t> </a:t>
            </a:r>
          </a:p>
          <a:p>
            <a:r>
              <a:rPr lang="en-US" dirty="0" smtClean="0"/>
              <a:t>Machine Learning model generated </a:t>
            </a:r>
            <a:r>
              <a:rPr lang="en-US" b="1" dirty="0" smtClean="0"/>
              <a:t>accurate predictions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Predicted values closely match </a:t>
            </a:r>
            <a:r>
              <a:rPr lang="en-US" b="1" dirty="0" smtClean="0"/>
              <a:t>actual data trends</a:t>
            </a:r>
            <a:r>
              <a:rPr lang="en-US" dirty="0" smtClean="0"/>
              <a:t> </a:t>
            </a:r>
          </a:p>
          <a:p>
            <a:r>
              <a:rPr lang="en-US" dirty="0" smtClean="0"/>
              <a:t>Clear insights obtained through </a:t>
            </a:r>
            <a:r>
              <a:rPr lang="en-US" b="1" dirty="0" smtClean="0"/>
              <a:t>data visualization (graphs)</a:t>
            </a:r>
            <a:r>
              <a:rPr lang="en-US" dirty="0" smtClean="0"/>
              <a:t> </a:t>
            </a:r>
          </a:p>
          <a:p>
            <a:r>
              <a:rPr lang="en-US" dirty="0" smtClean="0"/>
              <a:t>Improved </a:t>
            </a:r>
            <a:r>
              <a:rPr lang="en-US" b="1" dirty="0" smtClean="0"/>
              <a:t>decision-making speed and efficiency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represented using </a:t>
            </a:r>
            <a:r>
              <a:rPr lang="en-US" b="1" dirty="0" smtClean="0"/>
              <a:t>graphs and charts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Line Graph</a:t>
            </a:r>
            <a:r>
              <a:rPr lang="en-US" dirty="0" smtClean="0"/>
              <a:t> used to compare Actual </a:t>
            </a:r>
            <a:r>
              <a:rPr lang="en-US" dirty="0" err="1" smtClean="0"/>
              <a:t>vs</a:t>
            </a:r>
            <a:r>
              <a:rPr lang="en-US" dirty="0" smtClean="0"/>
              <a:t> Predicted values </a:t>
            </a:r>
          </a:p>
          <a:p>
            <a:r>
              <a:rPr lang="en-US" dirty="0" smtClean="0"/>
              <a:t>Helps in identifying </a:t>
            </a:r>
            <a:r>
              <a:rPr lang="en-US" b="1" dirty="0" smtClean="0"/>
              <a:t>trends and patterns easily</a:t>
            </a:r>
            <a:r>
              <a:rPr lang="en-US" dirty="0" smtClean="0"/>
              <a:t> </a:t>
            </a:r>
          </a:p>
          <a:p>
            <a:r>
              <a:rPr lang="en-US" dirty="0" smtClean="0"/>
              <a:t>Makes complex data </a:t>
            </a:r>
            <a:r>
              <a:rPr lang="en-US" b="1" dirty="0" smtClean="0"/>
              <a:t>simple and understandable</a:t>
            </a:r>
            <a:r>
              <a:rPr lang="en-US" dirty="0" smtClean="0"/>
              <a:t> </a:t>
            </a:r>
          </a:p>
          <a:p>
            <a:r>
              <a:rPr lang="en-US" dirty="0" smtClean="0"/>
              <a:t>Supports </a:t>
            </a:r>
            <a:r>
              <a:rPr lang="en-US" b="1" dirty="0" smtClean="0"/>
              <a:t>quick and effective decision-making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Enables </a:t>
            </a:r>
            <a:r>
              <a:rPr lang="en-US" b="1" dirty="0" smtClean="0"/>
              <a:t>real-time decision-making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Provides </a:t>
            </a:r>
            <a:r>
              <a:rPr lang="en-US" b="1" dirty="0" smtClean="0"/>
              <a:t>accurate predictions</a:t>
            </a:r>
            <a:r>
              <a:rPr lang="en-US" dirty="0" smtClean="0"/>
              <a:t> using Machine Learning </a:t>
            </a:r>
          </a:p>
          <a:p>
            <a:r>
              <a:rPr lang="en-US" dirty="0" smtClean="0"/>
              <a:t>Reduces </a:t>
            </a:r>
            <a:r>
              <a:rPr lang="en-US" b="1" dirty="0" smtClean="0"/>
              <a:t>manual work through automation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Improves </a:t>
            </a:r>
            <a:r>
              <a:rPr lang="en-US" b="1" dirty="0" smtClean="0"/>
              <a:t>efficiency and productivity</a:t>
            </a:r>
            <a:r>
              <a:rPr lang="en-US" dirty="0" smtClean="0"/>
              <a:t> </a:t>
            </a:r>
          </a:p>
          <a:p>
            <a:r>
              <a:rPr lang="en-US" dirty="0" smtClean="0"/>
              <a:t>Supports </a:t>
            </a:r>
            <a:r>
              <a:rPr lang="en-US" b="1" dirty="0" smtClean="0"/>
              <a:t>data-driven decisions</a:t>
            </a:r>
            <a:r>
              <a:rPr lang="en-US" dirty="0" smtClean="0"/>
              <a:t> </a:t>
            </a:r>
          </a:p>
          <a:p>
            <a:r>
              <a:rPr lang="en-US" dirty="0" smtClean="0"/>
              <a:t>Offers </a:t>
            </a:r>
            <a:r>
              <a:rPr lang="en-US" b="1" dirty="0" smtClean="0"/>
              <a:t>clear insights through visualization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Scalable and adaptable to different business needs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Data </a:t>
            </a:r>
            <a:r>
              <a:rPr lang="en-US" b="1" dirty="0" smtClean="0"/>
              <a:t>Quality Issues</a:t>
            </a:r>
            <a:r>
              <a:rPr lang="en-US" dirty="0" smtClean="0"/>
              <a:t> (missing or inconsistent data) </a:t>
            </a:r>
          </a:p>
          <a:p>
            <a:r>
              <a:rPr lang="en-US" dirty="0" smtClean="0"/>
              <a:t>Handling </a:t>
            </a:r>
            <a:r>
              <a:rPr lang="en-US" b="1" dirty="0" smtClean="0"/>
              <a:t>large volumes of data (Big Data)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Complexity of AI/ML models</a:t>
            </a:r>
            <a:r>
              <a:rPr lang="en-US" dirty="0" smtClean="0"/>
              <a:t> </a:t>
            </a:r>
          </a:p>
          <a:p>
            <a:r>
              <a:rPr lang="en-US" dirty="0" smtClean="0"/>
              <a:t>Requirement of </a:t>
            </a:r>
            <a:r>
              <a:rPr lang="en-US" b="1" dirty="0" smtClean="0"/>
              <a:t>skilled professionals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High implementation cost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Data security and privacy concerns</a:t>
            </a:r>
            <a:r>
              <a:rPr lang="en-US" dirty="0" smtClean="0"/>
              <a:t> </a:t>
            </a:r>
          </a:p>
          <a:p>
            <a:r>
              <a:rPr lang="en-US" dirty="0" smtClean="0"/>
              <a:t>Difficulty in </a:t>
            </a:r>
            <a:r>
              <a:rPr lang="en-US" b="1" dirty="0" smtClean="0"/>
              <a:t>real-time processing at scale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Uses </a:t>
            </a:r>
            <a:r>
              <a:rPr lang="en-US" b="1" dirty="0" smtClean="0"/>
              <a:t>small and limited dataset</a:t>
            </a:r>
            <a:r>
              <a:rPr lang="en-US" dirty="0" smtClean="0"/>
              <a:t> </a:t>
            </a:r>
          </a:p>
          <a:p>
            <a:r>
              <a:rPr lang="en-US" dirty="0" smtClean="0"/>
              <a:t>Based on </a:t>
            </a:r>
            <a:r>
              <a:rPr lang="en-US" b="1" dirty="0" smtClean="0"/>
              <a:t>simple model (Linear Regression)</a:t>
            </a:r>
            <a:r>
              <a:rPr lang="en-US" dirty="0" smtClean="0"/>
              <a:t> </a:t>
            </a:r>
          </a:p>
          <a:p>
            <a:r>
              <a:rPr lang="en-US" dirty="0" smtClean="0"/>
              <a:t>Cannot handle </a:t>
            </a:r>
            <a:r>
              <a:rPr lang="en-US" b="1" dirty="0" smtClean="0"/>
              <a:t>complex or non-linear data effectively</a:t>
            </a:r>
            <a:r>
              <a:rPr lang="en-US" dirty="0" smtClean="0"/>
              <a:t> </a:t>
            </a:r>
          </a:p>
          <a:p>
            <a:r>
              <a:rPr lang="en-US" dirty="0" smtClean="0"/>
              <a:t>Limited support for </a:t>
            </a:r>
            <a:r>
              <a:rPr lang="en-US" b="1" dirty="0" smtClean="0"/>
              <a:t>real-time streaming data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Depends heavily on </a:t>
            </a:r>
            <a:r>
              <a:rPr lang="en-US" b="1" dirty="0" smtClean="0"/>
              <a:t>data quality</a:t>
            </a:r>
            <a:r>
              <a:rPr lang="en-US" dirty="0" smtClean="0"/>
              <a:t> </a:t>
            </a:r>
          </a:p>
          <a:p>
            <a:r>
              <a:rPr lang="en-US" dirty="0" smtClean="0"/>
              <a:t>Requires improvement for </a:t>
            </a:r>
            <a:r>
              <a:rPr lang="en-US" b="1" dirty="0" smtClean="0"/>
              <a:t>large-scale deployment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Use </a:t>
            </a:r>
            <a:r>
              <a:rPr lang="en-US" b="1" dirty="0" smtClean="0"/>
              <a:t>advanced Machine Learning models</a:t>
            </a:r>
            <a:r>
              <a:rPr lang="en-US" dirty="0" smtClean="0"/>
              <a:t> (Random Forest, Neural Networks) </a:t>
            </a:r>
          </a:p>
          <a:p>
            <a:r>
              <a:rPr lang="en-US" dirty="0" smtClean="0"/>
              <a:t>Implement </a:t>
            </a:r>
            <a:r>
              <a:rPr lang="en-US" b="1" dirty="0" smtClean="0"/>
              <a:t>real-time data streaming</a:t>
            </a:r>
            <a:r>
              <a:rPr lang="en-US" dirty="0" smtClean="0"/>
              <a:t> systems </a:t>
            </a:r>
          </a:p>
          <a:p>
            <a:r>
              <a:rPr lang="en-US" dirty="0" smtClean="0"/>
              <a:t>Integrate with </a:t>
            </a:r>
            <a:r>
              <a:rPr lang="en-US" b="1" dirty="0" smtClean="0"/>
              <a:t>Big Data technologies</a:t>
            </a:r>
            <a:r>
              <a:rPr lang="en-US" dirty="0" smtClean="0"/>
              <a:t> (</a:t>
            </a:r>
            <a:r>
              <a:rPr lang="en-US" dirty="0" err="1" smtClean="0"/>
              <a:t>Hadoop</a:t>
            </a:r>
            <a:r>
              <a:rPr lang="en-US" dirty="0" smtClean="0"/>
              <a:t>, Spark) </a:t>
            </a:r>
          </a:p>
          <a:p>
            <a:r>
              <a:rPr lang="en-US" dirty="0" smtClean="0"/>
              <a:t>Deploy on </a:t>
            </a:r>
            <a:r>
              <a:rPr lang="en-US" b="1" dirty="0" smtClean="0"/>
              <a:t>Cloud platforms</a:t>
            </a:r>
            <a:r>
              <a:rPr lang="en-US" dirty="0" smtClean="0"/>
              <a:t> (AWS, Azure, Google Cloud) </a:t>
            </a:r>
          </a:p>
          <a:p>
            <a:r>
              <a:rPr lang="en-US" dirty="0" smtClean="0"/>
              <a:t>Develop </a:t>
            </a:r>
            <a:r>
              <a:rPr lang="en-US" b="1" dirty="0" smtClean="0"/>
              <a:t>interactive dashboards</a:t>
            </a:r>
            <a:r>
              <a:rPr lang="en-US" dirty="0" smtClean="0"/>
              <a:t> for better visualization </a:t>
            </a:r>
          </a:p>
          <a:p>
            <a:r>
              <a:rPr lang="en-US" dirty="0" smtClean="0"/>
              <a:t>Add </a:t>
            </a:r>
            <a:r>
              <a:rPr lang="en-US" b="1" dirty="0" smtClean="0"/>
              <a:t>Natural Language Processing (NLP)</a:t>
            </a:r>
            <a:r>
              <a:rPr lang="en-US" dirty="0" smtClean="0"/>
              <a:t> for smart queries </a:t>
            </a:r>
          </a:p>
          <a:p>
            <a:r>
              <a:rPr lang="en-US" dirty="0" smtClean="0"/>
              <a:t>Enhance </a:t>
            </a:r>
            <a:r>
              <a:rPr lang="en-US" b="1" dirty="0" smtClean="0"/>
              <a:t>data security and privacy mechanisms</a:t>
            </a:r>
            <a:r>
              <a:rPr lang="en-US" dirty="0" smtClean="0"/>
              <a:t> </a:t>
            </a:r>
          </a:p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Applications</a:t>
            </a:r>
          </a:p>
          <a:p>
            <a:r>
              <a:rPr lang="en-US" b="1" dirty="0" smtClean="0"/>
              <a:t>Retail Industry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Sales prediction, inventory management </a:t>
            </a:r>
          </a:p>
          <a:p>
            <a:r>
              <a:rPr lang="en-US" b="1" dirty="0" smtClean="0"/>
              <a:t>Finance &amp; Banking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Fraud detection, risk analysis </a:t>
            </a:r>
          </a:p>
          <a:p>
            <a:r>
              <a:rPr lang="en-US" b="1" dirty="0" smtClean="0"/>
              <a:t>Healthcare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Patient data analysis, disease prediction </a:t>
            </a:r>
          </a:p>
          <a:p>
            <a:r>
              <a:rPr lang="en-US" b="1" dirty="0" smtClean="0"/>
              <a:t>E-commerce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Customer behavior analysis, product recommendation </a:t>
            </a:r>
          </a:p>
          <a:p>
            <a:r>
              <a:rPr lang="en-US" b="1" dirty="0" smtClean="0"/>
              <a:t>Manufacturing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Demand forecasting, process optimization </a:t>
            </a:r>
          </a:p>
          <a:p>
            <a:r>
              <a:rPr lang="en-US" b="1" dirty="0" smtClean="0"/>
              <a:t>Marketing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Targeted advertising, customer segmentation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Successfully </a:t>
            </a:r>
            <a:r>
              <a:rPr lang="en-US" dirty="0" smtClean="0"/>
              <a:t>implemented </a:t>
            </a:r>
            <a:r>
              <a:rPr lang="en-US" b="1" dirty="0" smtClean="0"/>
              <a:t>Business Intelligence 2.0 system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Integrated </a:t>
            </a:r>
            <a:r>
              <a:rPr lang="en-US" b="1" dirty="0" smtClean="0"/>
              <a:t>Artificial Intelligence and Machine Learning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Enabled </a:t>
            </a:r>
            <a:r>
              <a:rPr lang="en-US" b="1" dirty="0" smtClean="0"/>
              <a:t>real-time data analysis and prediction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Improved </a:t>
            </a:r>
            <a:r>
              <a:rPr lang="en-US" b="1" dirty="0" smtClean="0"/>
              <a:t>decision-making speed and accuracy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Demonstrated practical use of </a:t>
            </a:r>
            <a:r>
              <a:rPr lang="en-US" b="1" dirty="0" smtClean="0"/>
              <a:t>Linear Regression model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System provides </a:t>
            </a:r>
            <a:r>
              <a:rPr lang="en-US" b="1" dirty="0" smtClean="0"/>
              <a:t>clear insights through visualization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Shows strong potential for </a:t>
            </a:r>
            <a:r>
              <a:rPr lang="en-US" b="1" dirty="0" smtClean="0"/>
              <a:t>real-world applications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672</Words>
  <Application>Microsoft Macintosh PowerPoint</Application>
  <PresentationFormat>On-screen Show (4:3)</PresentationFormat>
  <Paragraphs>146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Business Intelligence 2.0</vt:lpstr>
      <vt:lpstr>Introduction</vt:lpstr>
      <vt:lpstr>Objectives</vt:lpstr>
      <vt:lpstr>Existing System</vt:lpstr>
      <vt:lpstr>Proposed System</vt:lpstr>
      <vt:lpstr>Architecture</vt:lpstr>
      <vt:lpstr>Technologies</vt:lpstr>
      <vt:lpstr>Implementation</vt:lpstr>
      <vt:lpstr>Dataset</vt:lpstr>
      <vt:lpstr>Model Used</vt:lpstr>
      <vt:lpstr>Testing</vt:lpstr>
      <vt:lpstr>Results</vt:lpstr>
      <vt:lpstr>Visualization</vt:lpstr>
      <vt:lpstr>Benefits</vt:lpstr>
      <vt:lpstr>Challenges</vt:lpstr>
      <vt:lpstr>Limitations</vt:lpstr>
      <vt:lpstr>Future Scope</vt:lpstr>
      <vt:lpstr>Applications</vt:lpstr>
      <vt:lpstr>Conclusion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2.0</dc:title>
  <dc:creator>Hp</dc:creator>
  <dc:description>generated using python-pptx</dc:description>
  <cp:lastModifiedBy>Hp</cp:lastModifiedBy>
  <cp:revision>5</cp:revision>
  <dcterms:created xsi:type="dcterms:W3CDTF">2013-01-27T09:14:16Z</dcterms:created>
  <dcterms:modified xsi:type="dcterms:W3CDTF">2026-04-17T05:04:52Z</dcterms:modified>
</cp:coreProperties>
</file>